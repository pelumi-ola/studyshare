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eb27d28-f774-bd97-57a0-fcb3a5093e0d}">
          <p14:sldIdLst>
            <p14:sldId id="256"/>
          </p14:sldIdLst>
        </p14:section>
        <p14:section name="Build" id="{6058aa88-8524-e1e0-5f03-c34ee918509d}">
          <p14:sldIdLst>
            <p14:sldId id="257"/>
            <p14:sldId id="258"/>
            <p14:sldId id="259"/>
          </p14:sldIdLst>
        </p14:section>
        <p14:section name="Demo" id="{cc0beba5-6845-b012-368f-c2f5c556e1f0}">
          <p14:sldIdLst>
            <p14:sldId id="260"/>
          </p14:sldIdLst>
        </p14:section>
        <p14:section name="Wrap-up" id="{fa285cc6-832a-8769-1dbf-c576bd90a050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StudyShare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Find, share and organise academic resources in one place.</a:t>
            </a:r>
            <a:endParaRPr lang="en-US" sz="2000" dirty="0"/>
          </a:p>
        </p:txBody>
      </p:sp>
      <p:sp>
        <p:nvSpPr>
          <p:cNvPr id="4" name="Tag"/>
          <p:cNvSpPr/>
          <p:nvPr/>
        </p:nvSpPr>
        <p:spPr>
          <a:xfrm>
            <a:off x="548640" y="3611880"/>
            <a:ext cx="3291840" cy="41148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Final project  |  MERN  |  Deployed on Render</a:t>
            </a:r>
            <a:endParaRPr lang="en-US" sz="1200" dirty="0"/>
          </a:p>
        </p:txBody>
      </p:sp>
      <p:sp>
        <p:nvSpPr>
          <p:cNvPr id="6" name="FileCard0"/>
          <p:cNvSpPr/>
          <p:nvPr/>
        </p:nvSpPr>
        <p:spPr>
          <a:xfrm>
            <a:off x="5486400" y="1097280"/>
            <a:ext cx="2926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60720" y="1097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Lecture notes</a:t>
            </a:r>
            <a:endParaRPr lang="en-US" sz="2000" dirty="0"/>
          </a:p>
        </p:txBody>
      </p:sp>
      <p:sp>
        <p:nvSpPr>
          <p:cNvPr id="8" name="FileCard1"/>
          <p:cNvSpPr/>
          <p:nvPr/>
        </p:nvSpPr>
        <p:spPr>
          <a:xfrm>
            <a:off x="5943600" y="2194560"/>
            <a:ext cx="29260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21945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Past questions</a:t>
            </a:r>
            <a:endParaRPr lang="en-US" sz="2000" dirty="0"/>
          </a:p>
        </p:txBody>
      </p:sp>
      <p:sp>
        <p:nvSpPr>
          <p:cNvPr id="10" name="FileCard2"/>
          <p:cNvSpPr/>
          <p:nvPr/>
        </p:nvSpPr>
        <p:spPr>
          <a:xfrm>
            <a:off x="5669280" y="3291840"/>
            <a:ext cx="292608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3291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Study guides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Study materials are scattered</a:t>
            </a:r>
            <a:endParaRPr lang="en-US" dirty="0"/>
          </a:p>
        </p:txBody>
      </p:sp>
      <p:sp>
        <p:nvSpPr>
          <p:cNvPr id="3" name="Source0"/>
          <p:cNvSpPr/>
          <p:nvPr/>
        </p:nvSpPr>
        <p:spPr>
          <a:xfrm>
            <a:off x="548640" y="1371600"/>
            <a:ext cx="246888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228600" cy="228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WhatsApp groups</a:t>
            </a:r>
            <a:endParaRPr lang="en-US" sz="1500" dirty="0"/>
          </a:p>
        </p:txBody>
      </p:sp>
      <p:sp>
        <p:nvSpPr>
          <p:cNvPr id="6" name="Source1"/>
          <p:cNvSpPr/>
          <p:nvPr/>
        </p:nvSpPr>
        <p:spPr>
          <a:xfrm>
            <a:off x="548640" y="2148840"/>
            <a:ext cx="246888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31720"/>
            <a:ext cx="228600" cy="228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Telegram channels</a:t>
            </a:r>
            <a:endParaRPr lang="en-US" sz="1500" dirty="0"/>
          </a:p>
        </p:txBody>
      </p:sp>
      <p:sp>
        <p:nvSpPr>
          <p:cNvPr id="9" name="Source2"/>
          <p:cNvSpPr/>
          <p:nvPr/>
        </p:nvSpPr>
        <p:spPr>
          <a:xfrm>
            <a:off x="548640" y="2926080"/>
            <a:ext cx="246888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108960"/>
            <a:ext cx="228600" cy="228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Email attachments</a:t>
            </a:r>
            <a:endParaRPr lang="en-US" sz="1500" dirty="0"/>
          </a:p>
        </p:txBody>
      </p:sp>
      <p:sp>
        <p:nvSpPr>
          <p:cNvPr id="12" name="Source3"/>
          <p:cNvSpPr/>
          <p:nvPr/>
        </p:nvSpPr>
        <p:spPr>
          <a:xfrm>
            <a:off x="548640" y="3703320"/>
            <a:ext cx="246888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886200"/>
            <a:ext cx="228600" cy="228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Personal storage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08960" y="2697480"/>
            <a:ext cx="7315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PainPanel"/>
          <p:cNvSpPr/>
          <p:nvPr/>
        </p:nvSpPr>
        <p:spPr>
          <a:xfrm>
            <a:off x="4023360" y="1371600"/>
            <a:ext cx="4663440" cy="2971800"/>
          </a:xfrm>
          <a:prstGeom prst="roundRect">
            <a:avLst>
              <a:gd name="adj" fmla="val 3692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course. No level. No structure.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6517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Inconsistent file names make search useless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Old and new materials get mixed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Files vanish when you leave a group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Nobody checks if sharing is permitted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StudyShare does</a:t>
            </a:r>
            <a:endParaRPr lang="en-US" dirty="0"/>
          </a:p>
        </p:txBody>
      </p:sp>
      <p:sp>
        <p:nvSpPr>
          <p:cNvPr id="3" name="Feature0"/>
          <p:cNvSpPr/>
          <p:nvPr/>
        </p:nvSpPr>
        <p:spPr>
          <a:xfrm>
            <a:off x="45720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4" name="Num0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Register and sign 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Secure accounts with JWT and hashed passwords</a:t>
            </a:r>
            <a:endParaRPr lang="en-US" sz="1200" dirty="0"/>
          </a:p>
        </p:txBody>
      </p:sp>
      <p:sp>
        <p:nvSpPr>
          <p:cNvPr id="8" name="Feature1"/>
          <p:cNvSpPr/>
          <p:nvPr/>
        </p:nvSpPr>
        <p:spPr>
          <a:xfrm>
            <a:off x="329184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9" name="Num1"/>
          <p:cNvSpPr/>
          <p:nvPr/>
        </p:nvSpPr>
        <p:spPr>
          <a:xfrm>
            <a:off x="347472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Upload with metadata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Title, description, course and type, plus a permission tick</a:t>
            </a:r>
            <a:endParaRPr lang="en-US" sz="1200" dirty="0"/>
          </a:p>
        </p:txBody>
      </p:sp>
      <p:sp>
        <p:nvSpPr>
          <p:cNvPr id="13" name="Feature2"/>
          <p:cNvSpPr/>
          <p:nvPr/>
        </p:nvSpPr>
        <p:spPr>
          <a:xfrm>
            <a:off x="612648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14" name="Num2"/>
          <p:cNvSpPr/>
          <p:nvPr/>
        </p:nvSpPr>
        <p:spPr>
          <a:xfrm>
            <a:off x="630936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 and filter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Keyword search, course and type filters, pagination</a:t>
            </a:r>
            <a:endParaRPr lang="en-US" sz="1200" dirty="0"/>
          </a:p>
        </p:txBody>
      </p:sp>
      <p:sp>
        <p:nvSpPr>
          <p:cNvPr id="18" name="Feature3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19" name="Num3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Download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67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Signed link keeps the original file name and counts downloads</a:t>
            </a:r>
            <a:endParaRPr lang="en-US" sz="1200" dirty="0"/>
          </a:p>
        </p:txBody>
      </p:sp>
      <p:sp>
        <p:nvSpPr>
          <p:cNvPr id="23" name="Feature4"/>
          <p:cNvSpPr/>
          <p:nvPr/>
        </p:nvSpPr>
        <p:spPr>
          <a:xfrm>
            <a:off x="329184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24" name="Num4"/>
          <p:cNvSpPr/>
          <p:nvPr/>
        </p:nvSpPr>
        <p:spPr>
          <a:xfrm>
            <a:off x="347472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 content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67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Flag unauthorised or inappropriate resources</a:t>
            </a:r>
            <a:endParaRPr lang="en-US" sz="1200" dirty="0"/>
          </a:p>
        </p:txBody>
      </p:sp>
      <p:sp>
        <p:nvSpPr>
          <p:cNvPr id="28" name="Feature5"/>
          <p:cNvSpPr/>
          <p:nvPr/>
        </p:nvSpPr>
        <p:spPr>
          <a:xfrm>
            <a:off x="612648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</p:spPr>
      </p:sp>
      <p:sp>
        <p:nvSpPr>
          <p:cNvPr id="29" name="Num5"/>
          <p:cNvSpPr/>
          <p:nvPr/>
        </p:nvSpPr>
        <p:spPr>
          <a:xfrm>
            <a:off x="630936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moderation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67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Manage courses and users, and review reports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Architecture</a:t>
            </a:r>
            <a:endParaRPr lang="en-US" dirty="0"/>
          </a:p>
        </p:txBody>
      </p:sp>
      <p:sp>
        <p:nvSpPr>
          <p:cNvPr id="3" name="Browser"/>
          <p:cNvSpPr/>
          <p:nvPr/>
        </p:nvSpPr>
        <p:spPr>
          <a:xfrm>
            <a:off x="457200" y="1920240"/>
            <a:ext cx="15544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Student or admin</a:t>
            </a:r>
            <a:endParaRPr lang="en-US" sz="1600" dirty="0"/>
          </a:p>
        </p:txBody>
      </p:sp>
      <p:sp>
        <p:nvSpPr>
          <p:cNvPr id="5" name="Frontend"/>
          <p:cNvSpPr/>
          <p:nvPr/>
        </p:nvSpPr>
        <p:spPr>
          <a:xfrm>
            <a:off x="2468880" y="192024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56032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React + Vite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Render Static Site</a:t>
            </a:r>
            <a:endParaRPr lang="en-US" sz="1600" dirty="0"/>
          </a:p>
        </p:txBody>
      </p:sp>
      <p:sp>
        <p:nvSpPr>
          <p:cNvPr id="7" name="Backend"/>
          <p:cNvSpPr/>
          <p:nvPr/>
        </p:nvSpPr>
        <p:spPr>
          <a:xfrm>
            <a:off x="4754880" y="137160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Express API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Render Web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JWT, Multer, Mongoose</a:t>
            </a:r>
            <a:endParaRPr lang="en-US" sz="1600" dirty="0"/>
          </a:p>
        </p:txBody>
      </p:sp>
      <p:sp>
        <p:nvSpPr>
          <p:cNvPr id="9" name="Database"/>
          <p:cNvSpPr/>
          <p:nvPr/>
        </p:nvSpPr>
        <p:spPr>
          <a:xfrm>
            <a:off x="7223760" y="13716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1371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MongoDB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Atlas</a:t>
            </a:r>
            <a:endParaRPr lang="en-US" sz="1600" dirty="0"/>
          </a:p>
        </p:txBody>
      </p:sp>
      <p:sp>
        <p:nvSpPr>
          <p:cNvPr id="11" name="Storage"/>
          <p:cNvSpPr/>
          <p:nvPr/>
        </p:nvSpPr>
        <p:spPr>
          <a:xfrm>
            <a:off x="7223760" y="274320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Cloudinary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File storage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2514600"/>
            <a:ext cx="4572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2514600"/>
            <a:ext cx="4572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0" y="1828800"/>
            <a:ext cx="6400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0" y="3200400"/>
            <a:ext cx="6400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Frontend and backend deploy independently from GitHub. Files live in Cloudinary; MongoDB stores only metadata.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Live demo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74980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4" name="Step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Sign 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0:30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" y="34290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Student account</a:t>
            </a:r>
            <a:endParaRPr lang="en-US" sz="1100" dirty="0"/>
          </a:p>
        </p:txBody>
      </p:sp>
      <p:sp>
        <p:nvSpPr>
          <p:cNvPr id="9" name="Step1"/>
          <p:cNvSpPr/>
          <p:nvPr/>
        </p:nvSpPr>
        <p:spPr>
          <a:xfrm>
            <a:off x="2093976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9397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Browse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9344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09344" y="34290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Search, filter by course and type</a:t>
            </a:r>
            <a:endParaRPr lang="en-US" sz="1100" dirty="0"/>
          </a:p>
        </p:txBody>
      </p:sp>
      <p:sp>
        <p:nvSpPr>
          <p:cNvPr id="14" name="Step2"/>
          <p:cNvSpPr/>
          <p:nvPr/>
        </p:nvSpPr>
        <p:spPr>
          <a:xfrm>
            <a:off x="3593592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935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Upload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1:30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4290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File, metadata, permission tick</a:t>
            </a:r>
            <a:endParaRPr lang="en-US" sz="1100" dirty="0"/>
          </a:p>
        </p:txBody>
      </p:sp>
      <p:sp>
        <p:nvSpPr>
          <p:cNvPr id="19" name="Step3"/>
          <p:cNvSpPr/>
          <p:nvPr/>
        </p:nvSpPr>
        <p:spPr>
          <a:xfrm>
            <a:off x="5093208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9320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Download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08576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1:00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34290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Counter updates, name kept</a:t>
            </a:r>
            <a:endParaRPr lang="en-US" sz="1100" dirty="0"/>
          </a:p>
        </p:txBody>
      </p:sp>
      <p:sp>
        <p:nvSpPr>
          <p:cNvPr id="24" name="Step4"/>
          <p:cNvSpPr/>
          <p:nvPr/>
        </p:nvSpPr>
        <p:spPr>
          <a:xfrm>
            <a:off x="6592824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9282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108192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0:45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08192" y="34290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Reason and details</a:t>
            </a:r>
            <a:endParaRPr lang="en-US" sz="1100" dirty="0"/>
          </a:p>
        </p:txBody>
      </p:sp>
      <p:sp>
        <p:nvSpPr>
          <p:cNvPr id="29" name="Step5"/>
          <p:cNvSpPr/>
          <p:nvPr/>
        </p:nvSpPr>
        <p:spPr>
          <a:xfrm>
            <a:off x="8092440" y="2148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92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07808" y="27889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Admin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607808" y="31089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0:45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34290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Review and update status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About 5 minutes on the live site, using the deployed URLs.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Deployed on Render</a:t>
            </a:r>
            <a:endParaRPr lang="en-US" dirty="0"/>
          </a:p>
        </p:txBody>
      </p:sp>
      <p:sp>
        <p:nvSpPr>
          <p:cNvPr id="3" name="Deploy0"/>
          <p:cNvSpPr/>
          <p:nvPr/>
        </p:nvSpPr>
        <p:spPr>
          <a:xfrm>
            <a:off x="457200" y="132588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Web Service: Express API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Env vars: MONGODB_URI, JWT_SECRET, Cloudinary keys, CLIENT_URL</a:t>
            </a:r>
            <a:endParaRPr lang="en-US" sz="1600" dirty="0"/>
          </a:p>
        </p:txBody>
      </p:sp>
      <p:sp>
        <p:nvSpPr>
          <p:cNvPr id="5" name="Deploy1"/>
          <p:cNvSpPr/>
          <p:nvPr/>
        </p:nvSpPr>
        <p:spPr>
          <a:xfrm>
            <a:off x="457200" y="288036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8803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Static Site: React app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Vite build, VITE_API_URL at build time, SPA rewrite to index.html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Problems solved</a:t>
            </a:r>
            <a:endParaRPr lang="en-US" sz="1800" dirty="0"/>
          </a:p>
        </p:txBody>
      </p:sp>
      <p:sp>
        <p:nvSpPr>
          <p:cNvPr id="8" name="Fix0"/>
          <p:cNvSpPr/>
          <p:nvPr/>
        </p:nvSpPr>
        <p:spPr>
          <a:xfrm>
            <a:off x="4572000" y="1783080"/>
            <a:ext cx="41148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Cloudinary 401 on PDFs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Downloads now go through the API as short-lived signed links</a:t>
            </a:r>
            <a:endParaRPr lang="en-US" sz="1400" dirty="0"/>
          </a:p>
        </p:txBody>
      </p:sp>
      <p:sp>
        <p:nvSpPr>
          <p:cNvPr id="10" name="Fix1"/>
          <p:cNvSpPr/>
          <p:nvPr/>
        </p:nvSpPr>
        <p:spPr>
          <a:xfrm>
            <a:off x="4572000" y="2697480"/>
            <a:ext cx="41148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Download counter reset on refresh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Counter moved into the database</a:t>
            </a:r>
            <a:endParaRPr lang="en-US" sz="1400" dirty="0"/>
          </a:p>
        </p:txBody>
      </p:sp>
      <p:sp>
        <p:nvSpPr>
          <p:cNvPr id="12" name="Fix2"/>
          <p:cNvSpPr/>
          <p:nvPr/>
        </p:nvSpPr>
        <p:spPr>
          <a:xfrm>
            <a:off x="4572000" y="3611880"/>
            <a:ext cx="41148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Loose file-type check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Server-side allowlist on type and extension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Results and next steps</a:t>
            </a:r>
            <a:endParaRPr lang="en-US" dirty="0"/>
          </a:p>
        </p:txBody>
      </p:sp>
      <p:sp>
        <p:nvSpPr>
          <p:cNvPr id="3" name="Stat0"/>
          <p:cNvSpPr/>
          <p:nvPr/>
        </p:nvSpPr>
        <p:spPr>
          <a:xfrm>
            <a:off x="548640" y="13716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Render services, live</a:t>
            </a:r>
            <a:endParaRPr lang="en-US" sz="1300" dirty="0"/>
          </a:p>
        </p:txBody>
      </p:sp>
      <p:sp>
        <p:nvSpPr>
          <p:cNvPr id="6" name="Stat1"/>
          <p:cNvSpPr/>
          <p:nvPr/>
        </p:nvSpPr>
        <p:spPr>
          <a:xfrm>
            <a:off x="3291840" y="13716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API route groups</a:t>
            </a:r>
            <a:endParaRPr lang="en-US" sz="1300" dirty="0"/>
          </a:p>
        </p:txBody>
      </p:sp>
      <p:sp>
        <p:nvSpPr>
          <p:cNvPr id="9" name="Stat2"/>
          <p:cNvSpPr/>
          <p:nvPr/>
        </p:nvSpPr>
        <p:spPr>
          <a:xfrm>
            <a:off x="6035040" y="13716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roles: student and admin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Next: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Atlas Search, upload scanning, email notifications, ratings, CI tests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Share">
  <a:themeElements>
    <a:clrScheme name="StudyShare">
      <a:dk1>
        <a:srgbClr val="0F172A"/>
      </a:dk1>
      <a:lt1>
        <a:srgbClr val="FFFFFF"/>
      </a:lt1>
      <a:dk2>
        <a:srgbClr val="1D4ED8"/>
      </a:dk2>
      <a:lt2>
        <a:srgbClr val="F1F5F9"/>
      </a:lt2>
      <a:accent1>
        <a:srgbClr val="1D4ED8"/>
      </a:accent1>
      <a:accent2>
        <a:srgbClr val="FACC15"/>
      </a:accent2>
      <a:accent3>
        <a:srgbClr val="0EA5E9"/>
      </a:accent3>
      <a:accent4>
        <a:srgbClr val="16A34A"/>
      </a:accent4>
      <a:accent5>
        <a:srgbClr val="E11D48"/>
      </a:accent5>
      <a:accent6>
        <a:srgbClr val="64748B"/>
      </a:accent6>
      <a:hlink>
        <a:srgbClr val="1D4ED8"/>
      </a:hlink>
      <a:folHlink>
        <a:srgbClr val="64748B"/>
      </a:folHlink>
    </a:clrScheme>
    <a:fontScheme name="StudySha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StudyShare</dc:title>
  <dc:subject>PptxGenJS Presentation</dc:subject>
  <dc:creator>PptxGenJS</dc:creator>
  <cp:lastModifiedBy>PptxGenJS</cp:lastModifiedBy>
  <cp:revision>1</cp:revision>
  <dcterms:created xsi:type="dcterms:W3CDTF">2026-10-02T20:02:30Z</dcterms:created>
  <dcterms:modified xsi:type="dcterms:W3CDTF">2026-10-02T20:02:30Z</dcterms:modified>
</cp:coreProperties>
</file>